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BF707-6242-4B32-83EA-03BAB61BF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22FF4E-716B-4ABD-A0C2-093812D7B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092A9-05C5-4E09-80DD-724F4BF8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158BA3-2566-4248-90E3-3C6D8425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B29CD-EE5D-43B1-B1D7-63D62A38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61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A5D3F-F6CF-4D64-8480-A5812658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591CA-ADC9-459D-A8C3-919D89B90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80C78-C47B-43E2-B3EC-B63A8F68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D2D603-EF7A-4896-B73B-9C4F3BFF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6FA4-D294-4DC9-B34D-A3148E45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07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5BED9-1766-4463-8FC7-17607E4C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D5E8DA-48D4-4C78-8EC8-870CD1650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9F1B0-D495-4A71-A5CD-02CF0E2E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07DF7E-6713-4943-B0A1-3686B719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447802-7338-434C-87BD-C3893075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69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0DA9-CDAC-43A2-B31A-97E0CD3D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344E07-2735-4A73-A6EC-C40181C8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16CF5-7524-48F6-B015-8257FB738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E865C2-7B7B-48D6-8DFE-EC1DCAC4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7F45A8-6C5B-4C45-B8BB-9E60A164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269658-5878-4C53-8845-8D882052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21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B02B3-F306-4B26-9E17-7A2BDB0E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E5D10D-1BE1-4EC3-93AD-B6C90CD91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DE4F25-5177-4909-BF0F-BE1432A85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87F2DA-5EF0-4B3F-8889-69C7AFE82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972032-FBA0-4656-94D4-F01C62D56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051414-6161-4BAB-A764-69C020DA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18D01E-EB86-4A1F-9DCA-0FB85F0F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604528-CBBD-4666-8E00-82F87999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53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48A31-71FE-45B5-B72D-C9E31959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9A9CDA-4C1A-4FFD-947B-3EFD4A78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355A83-4B68-44F1-ABD4-2825B2FD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32B405-CDD2-4712-9944-DE3E8CCE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87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8668A5-2F2C-4594-86B1-80992AA4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59134E-B7C7-4724-9BEB-2F5270A2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08A86-F70D-4092-8660-E935356D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58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99FF1-559D-4775-BC53-A8B9CF45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6C7762-EA13-4A0D-B8FF-69FE8F2A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DA84E7-3915-4B6A-A864-C59887059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2E04BE-29EB-4413-98D3-B1F5C5D8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AFF27-AD45-44AE-87D2-6E558E8D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3082FD-6A9F-43CC-8580-B191DEB7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40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B7562-4D59-4762-A052-F66C6146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403FFB-81C9-43F7-9A2D-CE058A084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0605FC-4E0A-4563-BA0A-B0AC5EC3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3DE8B6-434D-4F21-B2EF-6B074843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0320EF-1AA2-4502-B2C3-1635140A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2A0285-2EC3-4E12-A037-B39B5469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79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A793B-58FB-4302-BB87-FB526599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B8BCC6-F840-4A17-BB19-CB8B5C58E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43326-057F-456E-B3F9-346DDB73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531A5-8101-4E18-94DE-77392A70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7CD1CA-1404-4ABF-89B3-E20D6C82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03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99CAF2-2D66-4EAC-B3B0-0F3625451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F40BF2-DA63-4642-B185-9AA1AE00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E3576-F304-492F-888B-07B8C9FF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9A398A-7BEA-4982-965B-435FE40A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EC0F3-3719-4853-8942-594A6FC0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8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75E33C-6F67-4443-A4F2-DA3F4496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D1D3BA-1161-402E-BD6E-5520504C8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4795A-3F33-4201-BC54-A1B3DC092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CAAFD-3AC7-4CA8-8705-25D7AF1B3859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F4245F-936F-463E-865F-0E9BE38AF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ED774-1E36-49EE-82DB-A411A46ED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87274-1594-4843-8A9B-F56537E72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93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E9F6B84-8FE4-43B0-9E61-3CBED50E5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021233"/>
              </p:ext>
            </p:extLst>
          </p:nvPr>
        </p:nvGraphicFramePr>
        <p:xfrm>
          <a:off x="0" y="0"/>
          <a:ext cx="12192000" cy="694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73557555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761953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8038944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073750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57070438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Layer Number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TCP/IP</a:t>
                      </a:r>
                    </a:p>
                    <a:p>
                      <a:pPr latinLnBrk="1"/>
                      <a:r>
                        <a:rPr lang="en-US" altLang="ko-KR" sz="2800" dirty="0"/>
                        <a:t>Layer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Other</a:t>
                      </a:r>
                    </a:p>
                    <a:p>
                      <a:pPr latinLnBrk="1"/>
                      <a:r>
                        <a:rPr lang="en-US" altLang="ko-KR" sz="2800" dirty="0"/>
                        <a:t>Protocol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86082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Alligator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L7(Firewall)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HTTPS, FTP, Telnet, SSH, DNS,..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49372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20970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Steve’s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16155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Touch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L4(NAT)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TCP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UDP, ICMP(?)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6330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Not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L3(Router)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IP6, ARP(?),..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4051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L2(Switch)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Ethernet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PPP, HDLC,..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5786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Please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69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57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67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재현</dc:creator>
  <cp:lastModifiedBy>최 재현</cp:lastModifiedBy>
  <cp:revision>6</cp:revision>
  <dcterms:created xsi:type="dcterms:W3CDTF">2026-03-18T07:43:11Z</dcterms:created>
  <dcterms:modified xsi:type="dcterms:W3CDTF">2026-03-18T08:47:24Z</dcterms:modified>
</cp:coreProperties>
</file>